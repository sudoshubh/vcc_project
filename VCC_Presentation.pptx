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CLOUD COMPUTING  |  FINAL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Auto-Scaling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Hospital Cloud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SLA violations by 95.2% using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on AWS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914400"/>
            <a:ext cx="2468880" cy="3108960"/>
          </a:xfrm>
          <a:prstGeom prst="rect">
            <a:avLst/>
          </a:prstGeom>
          <a:solidFill>
            <a:srgbClr val="0D2D5E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Violation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2651760"/>
            <a:ext cx="1920240" cy="0"/>
          </a:xfrm>
          <a:prstGeom prst="line">
            <a:avLst/>
          </a:prstGeom>
          <a:noFill/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AI  •  IIT Jodhpur  •  Team of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91440" cy="1783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Rush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9am-12pm: CPU hits 80-90%. AWS reacts AFTER the spike — patients experience crashes.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91440" cy="1783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Waste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3am-6am: CPU at 10-20%. VMs keep running unnecessarily — money wasted every night.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9144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Spin-up Delay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VM takes 3+ hours to activate. SLA violated during this window every single day.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88920"/>
            <a:ext cx="9144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threshold rule never learns. Makes the same mistakes on Monday as it did last Monday.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healthcare, SLA violations = delayed treatment = risk to life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WORKLOAD — 14 DAYS OF REAL PATTERNS</a:t>
            </a:r>
            <a:endParaRPr lang="en-US" sz="2000" dirty="0"/>
          </a:p>
        </p:txBody>
      </p:sp>
      <p:pic>
        <p:nvPicPr>
          <p:cNvPr id="4" name="Image 0" descr="/home/claude/hospital_work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hours simulated  •  38 emergency spikes  •  69 hours above SLA threshold  •  Peak CPU: 100%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AWS threshold rule with a PPO Reinforcement Learning agent that LEARNS and PREDICTS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023360" cy="3291840"/>
          </a:xfrm>
          <a:prstGeom prst="rect">
            <a:avLst/>
          </a:prstGeom>
          <a:solidFill>
            <a:srgbClr val="1A1A2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Default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Waits for CPU &gt; 70%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Reacts AFTER damage done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3-hour spin-up delay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memory of patterns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Same mistakes daily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4023360" cy="3291840"/>
          </a:xfrm>
          <a:prstGeom prst="rect">
            <a:avLst/>
          </a:prstGeom>
          <a:solidFill>
            <a:srgbClr val="0A2818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(PPO)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Predicts BEFORE spike hits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Proactive — scales early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Pre-warms VMs in advance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Learns OPD rush patterns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Gets smarter every episode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6052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CONCEPTS DEMONSTRATED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VMs created &amp; destroyed dynamically on AWS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777240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73752" y="1069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grows during OPD rush, shrinks at night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controls horizontal VM scaling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581912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enforced under 70% CPU threshold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86584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86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2679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VM infrastructure managed on AWS EC2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386584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386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2679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feeds live metrics to RL agent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91256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191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34838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services isolated in Docker containers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191256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191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/ FaaS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34838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triggers scaling decisions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95928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" y="42885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 cost reduction through intelligent scaling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995928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73752" y="42885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hospital department = isolated Docker tenant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ON AWS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— Mumbai Region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46304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280160"/>
            <a:ext cx="146304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RL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280160"/>
            <a:ext cx="146304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280160"/>
            <a:ext cx="146304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1280160"/>
            <a:ext cx="146304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1874520"/>
            <a:ext cx="9144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49040" y="1874520"/>
            <a:ext cx="9144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394960" y="1874520"/>
            <a:ext cx="9144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040880" y="1874520"/>
            <a:ext cx="9144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194560" y="2606040"/>
            <a:ext cx="146304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6517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82880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OPD Portal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74904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560320" y="3931920"/>
            <a:ext cx="182880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Lab System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374904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663440" y="3931920"/>
            <a:ext cx="182880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Emergency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374904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766560" y="3931920"/>
            <a:ext cx="182880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Records DB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374904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NODES — Hospital Docker Containers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AWS THRESHOLD SCALER (The Problem)</a:t>
            </a:r>
            <a:endParaRPr lang="en-US" sz="2000" dirty="0"/>
          </a:p>
        </p:txBody>
      </p:sp>
      <p:pic>
        <p:nvPicPr>
          <p:cNvPr id="4" name="Image 0" descr="/home/claude/threshold_scaler_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9436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005840"/>
            <a:ext cx="2377440" cy="777240"/>
          </a:xfrm>
          <a:prstGeom prst="rect">
            <a:avLst/>
          </a:prstGeom>
          <a:solidFill>
            <a:srgbClr val="FFE5E5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0241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92240" y="1463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Violations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92240" y="1920240"/>
            <a:ext cx="2377440" cy="777240"/>
          </a:xfrm>
          <a:prstGeom prst="rect">
            <a:avLst/>
          </a:prstGeom>
          <a:solidFill>
            <a:srgbClr val="FFE5E5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9385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92240" y="23774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Hours Used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2834640"/>
            <a:ext cx="2377440" cy="777240"/>
          </a:xfrm>
          <a:prstGeom prst="rect">
            <a:avLst/>
          </a:prstGeom>
          <a:solidFill>
            <a:srgbClr val="FFE5E5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852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92240" y="3291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Cost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749040"/>
            <a:ext cx="2377440" cy="777240"/>
          </a:xfrm>
          <a:prstGeom prst="rect">
            <a:avLst/>
          </a:prstGeom>
          <a:solidFill>
            <a:srgbClr val="FFE5E5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3767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492240" y="4206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VMs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scaling causes 42 SLA violations in just 14 days — predictable, preventable, unacceptable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TRAINING — 50,000 Steps of Learning</a:t>
            </a:r>
            <a:endParaRPr lang="en-US" sz="2000" dirty="0"/>
          </a:p>
        </p:txBody>
      </p:sp>
      <p:pic>
        <p:nvPicPr>
          <p:cNvPr id="4" name="Image 0" descr="/home/claude/rl_training_prog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943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91440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9601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0" y="107899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— 69 violations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187452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9202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0" y="20391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patterns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283464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880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0" y="29992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fast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92240" y="37947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38404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315200" y="39593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violations!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rises from -25 to +249 as agent masters hospital workload patterns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RL Agent vs Threshold Scaler</a:t>
            </a:r>
            <a:endParaRPr lang="en-US" sz="2000" dirty="0"/>
          </a:p>
        </p:txBody>
      </p:sp>
      <p:pic>
        <p:nvPicPr>
          <p:cNvPr id="4" name="Image 0" descr="/home/claude/rl_vs_threshold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Agent: 2 violations vs Threshold: 42 violations — Cumulative SLA curve (bottom) tells the complete story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(AWS)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Agent (PPO)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Violations (14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 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VM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 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VMs Running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 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 (14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$6.93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 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outperforms AWS default threshold scaling on ALL 4 metrics simultaneously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8346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Deployment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RL agent to span AWS + Azure + GCP for cross-cloud cost optimization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77724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777240"/>
            <a:ext cx="2834640" cy="411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777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Orchestration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9272" y="123444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Docker Compose with K8s for production-grade container management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77724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777240"/>
            <a:ext cx="283464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777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RL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123444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hospitals collaboratively train a shared RL policy without sharing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43200"/>
            <a:ext cx="283464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43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MIMIC-III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results on authentic ICU patient admission timestamps from PhysioNet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27832" y="27432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743200"/>
            <a:ext cx="28346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743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9272" y="32004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to understand which state features drive the agent's scaling decisions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81344" y="27432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743200"/>
            <a:ext cx="2834640" cy="411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743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CloudWatch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2784" y="32004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AWS Anomaly Detection to feed predictive signals into the RL state space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920240"/>
          </a:xfrm>
          <a:prstGeom prst="rect">
            <a:avLst/>
          </a:prstGeom>
          <a:solidFill>
            <a:srgbClr val="0D204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PPO-based Reinforcement Learning agent reduces SLA violations by 95.2% and cloud infrastructure cost by 18.1% compared to AWS default threshold-based auto-scaling — demonstrating that intelligent, proactive cloud resource management is both technically feasible and clinically significant for hospital systems.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2651760" cy="1371600"/>
          </a:xfrm>
          <a:prstGeom prst="rect">
            <a:avLst/>
          </a:prstGeom>
          <a:solidFill>
            <a:srgbClr val="0D204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63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Violations Reduced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017520"/>
            <a:ext cx="2651760" cy="1371600"/>
          </a:xfrm>
          <a:prstGeom prst="rect">
            <a:avLst/>
          </a:prstGeom>
          <a:solidFill>
            <a:srgbClr val="0D2044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063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0040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Saved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017520"/>
            <a:ext cx="2651760" cy="1371600"/>
          </a:xfrm>
          <a:prstGeom prst="rect">
            <a:avLst/>
          </a:prstGeom>
          <a:solidFill>
            <a:srgbClr val="0D20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063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03504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Concepts Proven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AI  •  IIT Jodhpur  •  Virtual Cloud Computing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VCC Final Project — RL Auto-Scaling for Hospital Cloud</dc:title>
  <dc:subject>PptxGenJS Presentation</dc:subject>
  <dc:creator>PptxGenJS</dc:creator>
  <cp:lastModifiedBy>PptxGenJS</cp:lastModifiedBy>
  <cp:revision>1</cp:revision>
  <dcterms:created xsi:type="dcterms:W3CDTF">2026-03-22T05:19:42Z</dcterms:created>
  <dcterms:modified xsi:type="dcterms:W3CDTF">2026-03-22T05:19:42Z</dcterms:modified>
</cp:coreProperties>
</file>